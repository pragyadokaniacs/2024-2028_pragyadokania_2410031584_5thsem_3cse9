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92630"/>
          </a:solidFill>
          <a:ln/>
        </p:spPr>
      </p:sp>
      <p:pic>
        <p:nvPicPr>
          <p:cNvPr id="4" name="Image 0" descr="/home/workdir/artifac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28600"/>
            <a:ext cx="155448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INTERNSHIP REPORT PRESENTATION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Influencer Marketing and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Campaign Management in the EdTech Industry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undertaken at Elite Creators Hub (ECH)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Pragya Dokania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(AI &amp; ML)  |  IILM UNIVERSITY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79263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91440" cy="12344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(ECH)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22960"/>
            <a:ext cx="91440" cy="12344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Influencer Marketing Agency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22960"/>
            <a:ext cx="91440" cy="12344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 / Creator &amp; Account Management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40280"/>
            <a:ext cx="91440" cy="12344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January – 1st September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22402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240280"/>
            <a:ext cx="91440" cy="12344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22402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240280"/>
            <a:ext cx="91440" cy="12344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 / Creator Management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 has worked with 10+ brands, 50+ campaigns, and 200+ creators — including EdTech brands such as ALLEN Career Institute.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Profile: Elite Creators Hub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64592" cy="164592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7772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 agency bridging brands and social media creators (elitecreatorshub.com)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64592" cy="164592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focus on the EdTech (Education Technology) sector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164592" cy="164592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5506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base includes ALLEN Career Institute, among others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164592" cy="164592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9397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services: creator sourcing, evaluation, negotiation, campaign execution, and payout tracking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164592" cy="164592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328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200+ creators across niches relevant to student and young-adult audiences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2461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/ Founders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324612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32461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202F5A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2461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Campaign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(Intern's Team)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324612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32461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Relations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influencer marketing agency business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005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in creator discovery &amp; evaluation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148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end-to-end campaign lifecycle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240280"/>
            <a:ext cx="457200" cy="45720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2148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negotiation &amp; multi-campaign management skills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experience in structured campaign/creator/financial data management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383280"/>
            <a:ext cx="457200" cy="45720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data organisation &amp; analytical thinking to marketing operations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and Responsibilities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645920" cy="109728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100584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57400" y="1005840"/>
            <a:ext cx="1645920" cy="109728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Discovery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00584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1005840"/>
            <a:ext cx="1645920" cy="109728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Evaluation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32120" y="100584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1005840"/>
            <a:ext cx="1645920" cy="109728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Negotiation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100584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69480" y="1005840"/>
            <a:ext cx="1645920" cy="109728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Locking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60320"/>
            <a:ext cx="1645920" cy="109728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Coordination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57400" y="256032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57400" y="2560320"/>
            <a:ext cx="1645920" cy="109728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Execution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94760" y="256032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94760" y="2560320"/>
            <a:ext cx="1645920" cy="109728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8" name="Text 26"/>
          <p:cNvSpPr/>
          <p:nvPr/>
        </p:nvSpPr>
        <p:spPr>
          <a:xfrm>
            <a:off x="388620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Tracking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32120" y="256032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2560320"/>
            <a:ext cx="1645920" cy="109728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Coordination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69480" y="256032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69480" y="2560320"/>
            <a:ext cx="1645920" cy="109728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Discovery &amp; Selection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777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Researching creators aligned to brand niche (e.g., education/exam-prep for EdTech)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Shortlisting based on niche fit, audience profile, engagement rate, and reach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57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Comparing multiple creators before recommending the best 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97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Prioritising audience relevance over raw follower count for EdTech campaigns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822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Parameters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02F5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02F5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35040" y="24688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02F5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468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30632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02F5A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3657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02F5A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Campaign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11-stage, end-to-end workflow followed for every EdTech influencer campaign at ECH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202F5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118872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202F5A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1887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202F5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887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202F5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887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202F5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1887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118872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202F5A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11887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79263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74320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37360" y="274320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792630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274320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4320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79263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74320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79263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74320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792630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74320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Handled multiple EdTech campaigns simultaneously, each at a different workflow stage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Coordinated between brand stakeholders and creators throughout execution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Tracked deliverables, deadlines, and content approvals across campaigns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Monitored live links post-publishing to confirm campaign completion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Multi-Campaign Snapshot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017520"/>
            <a:ext cx="2057400" cy="91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246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301752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3017520"/>
            <a:ext cx="205740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3246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749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205740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246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Pending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301752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3017520"/>
            <a:ext cx="205740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246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3749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Coordination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&amp;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Sheets used as the core tool for campaign, creator, and financial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Tracked creator data, engagement metrics, reach/views, and audience relevance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4533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Structured fields enabled consistent creator comparison across campaigns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29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Commercial &amp; payout data tracked alongside campaign status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134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Decisions grounded in structured data rather than intuition alone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Fields Tracked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004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200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32004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3200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/ Handle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32004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3200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32004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00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2004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3200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38404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24" name="Text 22"/>
          <p:cNvSpPr/>
          <p:nvPr/>
        </p:nvSpPr>
        <p:spPr>
          <a:xfrm>
            <a:off x="205740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38404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38404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02F5A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411480" cy="4114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0698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Campaign, creator &amp; commercial data tracking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17556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&amp; sharing briefs and reference documents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YouTube Analytics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24414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creator profiles &amp; engagement/reach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31272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brand communication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Instagram DM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38130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creator coordination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Case Study – ALLEN Career Institute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9728" cy="10058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leads and views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109728" cy="10058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exam aspirants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11680"/>
            <a:ext cx="109728" cy="10058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Selection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relevance + engagement + reach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011680"/>
            <a:ext cx="109728" cy="10058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&amp; Instagram videos as per brand requirement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54680"/>
            <a:ext cx="109728" cy="10058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– status &amp; live links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1546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154680"/>
            <a:ext cx="109728" cy="10058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Maximised visibility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503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campaigns at once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202F5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8503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regularly-updated tracker with clear status labels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647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unavailability / delays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691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202F5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647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backup creator pool per campaign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79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commercial expectations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26060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202F5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679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creators on value (reach/engagement per rupee)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593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delays between brand &amp; creator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202F5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593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follow-ups + clear upfront briefs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Learning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371600"/>
            <a:ext cx="640080" cy="6400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Technical/Analytical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640080" cy="6400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188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0" y="1371600"/>
            <a:ext cx="640080" cy="640080"/>
          </a:xfrm>
          <a:prstGeom prst="ellipse">
            <a:avLst/>
          </a:prstGeom>
          <a:solidFill>
            <a:srgbClr val="202F5A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43000" y="2926080"/>
            <a:ext cx="640080" cy="640080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06040" y="2743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640080" cy="640080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2926080"/>
            <a:ext cx="640080" cy="640080"/>
          </a:xfrm>
          <a:prstGeom prst="ellipse">
            <a:avLst/>
          </a:prstGeom>
          <a:solidFill>
            <a:srgbClr val="79263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Creators Hub – Internship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91032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Relevance &amp; Future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These are forward-looking possibilities — not systems built during this internship.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creator recommendation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3444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Creator-brand matching models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1168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 prediction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01168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8892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78892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content analysis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56616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566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(cohort/attribution)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356616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2A3A6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3566160"/>
            <a:ext cx="91440" cy="640080"/>
          </a:xfrm>
          <a:prstGeom prst="rect">
            <a:avLst/>
          </a:prstGeom>
          <a:solidFill>
            <a:srgbClr val="79263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566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creator discovery &amp; tracking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92630"/>
          </a:solidFill>
          <a:ln/>
        </p:spPr>
      </p:sp>
      <p:pic>
        <p:nvPicPr>
          <p:cNvPr id="4" name="Image 0" descr="/home/workdir/artifac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28600"/>
            <a:ext cx="1371600" cy="1325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Gained practical exposure to influencer marketing &amp; EdTech campaign execution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Developed structured data-handling, negotiation, and coordination skills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Connected marketing operations to data organisation &amp; analytical thinking from CSE/AIML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Identified realistic future scope for AI/ML in influencer marketing operations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7926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 Internship Report - Elite Creators Hub</dc:title>
  <dc:subject>Data-Driven Influencer Marketing and Digital Campaign Management in the EdTech Industry</dc:subject>
  <dc:creator>Pragya Dokania</dc:creator>
  <cp:lastModifiedBy>Pragya Dokania</cp:lastModifiedBy>
  <cp:revision>1</cp:revision>
  <dcterms:created xsi:type="dcterms:W3CDTF">2026-09-10T15:57:49Z</dcterms:created>
  <dcterms:modified xsi:type="dcterms:W3CDTF">2026-09-10T15:57:49Z</dcterms:modified>
</cp:coreProperties>
</file>